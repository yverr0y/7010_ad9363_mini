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2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327"/>
    <a:srgbClr val="8EE3E2"/>
    <a:srgbClr val="90E3E3"/>
    <a:srgbClr val="EACFFD"/>
    <a:srgbClr val="EEBCFE"/>
    <a:srgbClr val="E3D4ED"/>
    <a:srgbClr val="C5DB8F"/>
    <a:srgbClr val="FBB9B3"/>
    <a:srgbClr val="C2CCA9"/>
    <a:srgbClr val="E5E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1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92551-7BD4-4204-9FBD-C5DF8F8F8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DA5BA-687C-4319-AE34-8E39AD0DC6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46405" y="266700"/>
            <a:ext cx="5386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7010-AD9363-MINI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86545" y="885602"/>
          <a:ext cx="9802495" cy="388112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246869"/>
                <a:gridCol w="6555388"/>
              </a:tblGrid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RF Chip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AD9363BBCZ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FPGA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XC7Z010-1CLG400I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Frequency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70M-6GHz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Bandwidth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200K-20MHz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RF Connectors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两路</a:t>
                      </a:r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TX</a:t>
                      </a:r>
                      <a:r>
                        <a:rPr lang="zh-CN" alt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IPEX</a:t>
                      </a:r>
                      <a:r>
                        <a:rPr lang="zh-CN" alt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）</a:t>
                      </a:r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、</a:t>
                      </a:r>
                      <a:r>
                        <a:rPr lang="zh-CN" alt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两路</a:t>
                      </a:r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RX</a:t>
                      </a:r>
                      <a:r>
                        <a:rPr lang="zh-CN" alt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IPEX</a:t>
                      </a:r>
                      <a:r>
                        <a:rPr lang="zh-CN" alt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DDR3</a:t>
                      </a:r>
                      <a:endParaRPr lang="zh-CN" altLang="en-U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500MB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FLASH</a:t>
                      </a:r>
                      <a:endParaRPr lang="zh-CN" altLang="en-U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32MB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JTAG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MX1.25</a:t>
                      </a:r>
                      <a:r>
                        <a:rPr lang="zh-CN" alt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接口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extension IO</a:t>
                      </a:r>
                      <a:endParaRPr lang="en-U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</a:t>
                      </a:r>
                      <a:r>
                        <a:rPr lang="zh-CN" alt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对</a:t>
                      </a:r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GPIO</a:t>
                      </a:r>
                      <a:r>
                        <a:rPr lang="zh-CN" alt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（</a:t>
                      </a:r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FPC-40P</a:t>
                      </a:r>
                      <a:r>
                        <a:rPr lang="zh-CN" alt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）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CLK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0.5ppm TCXO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Size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35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mm*50mm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Power supply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MX1.25/FPC-40P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8548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power supply voltage</a:t>
                      </a:r>
                      <a:endParaRPr lang="en-US" altLang="zh-CN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5~17V</a:t>
                      </a:r>
                      <a:endParaRPr lang="en-US" altLang="zh-CN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46399" y="266400"/>
            <a:ext cx="53081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7010-AD9363-MINI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23122" y="1478441"/>
            <a:ext cx="1252192" cy="3590737"/>
          </a:xfrm>
          <a:prstGeom prst="rect">
            <a:avLst/>
          </a:prstGeom>
          <a:solidFill>
            <a:srgbClr val="F89059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PS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75314" y="1478242"/>
            <a:ext cx="1252192" cy="3589520"/>
          </a:xfrm>
          <a:prstGeom prst="rect">
            <a:avLst/>
          </a:prstGeom>
          <a:solidFill>
            <a:srgbClr val="83B0DA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PL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3123" y="1082563"/>
            <a:ext cx="2504384" cy="402013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XC7Z010-1CLG400I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731263" y="1478242"/>
            <a:ext cx="1603968" cy="360000"/>
          </a:xfrm>
          <a:prstGeom prst="roundRect">
            <a:avLst/>
          </a:prstGeom>
          <a:solidFill>
            <a:srgbClr val="ADD2E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LED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731263" y="2555792"/>
            <a:ext cx="1603968" cy="359410"/>
          </a:xfrm>
          <a:prstGeom prst="roundRect">
            <a:avLst/>
          </a:prstGeom>
          <a:solidFill>
            <a:srgbClr val="ADD2E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500MB DDR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731263" y="3632752"/>
            <a:ext cx="1603968" cy="359410"/>
          </a:xfrm>
          <a:prstGeom prst="roundRect">
            <a:avLst/>
          </a:prstGeom>
          <a:solidFill>
            <a:srgbClr val="ADD2E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32MB FLASH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911799" y="5854094"/>
            <a:ext cx="1252191" cy="360000"/>
          </a:xfrm>
          <a:prstGeom prst="roundRect">
            <a:avLst/>
          </a:prstGeom>
          <a:solidFill>
            <a:srgbClr val="9ABF8B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外部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GPIO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340213" y="1478244"/>
            <a:ext cx="1252800" cy="3589517"/>
          </a:xfrm>
          <a:prstGeom prst="rect">
            <a:avLst/>
          </a:prstGeom>
          <a:solidFill>
            <a:srgbClr val="E8DBD3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RFIC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9602249" y="2061847"/>
            <a:ext cx="1345644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9863637" y="1986142"/>
            <a:ext cx="381608" cy="146488"/>
          </a:xfrm>
          <a:prstGeom prst="rect">
            <a:avLst/>
          </a:prstGeom>
          <a:solidFill>
            <a:srgbClr val="7030A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9601453" y="2882424"/>
            <a:ext cx="1345644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9863637" y="2806719"/>
            <a:ext cx="381608" cy="146488"/>
          </a:xfrm>
          <a:prstGeom prst="rect">
            <a:avLst/>
          </a:prstGeom>
          <a:solidFill>
            <a:srgbClr val="7030A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9602249" y="3703001"/>
            <a:ext cx="1345644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9863637" y="3627296"/>
            <a:ext cx="381608" cy="146488"/>
          </a:xfrm>
          <a:prstGeom prst="rect">
            <a:avLst/>
          </a:prstGeom>
          <a:solidFill>
            <a:srgbClr val="7030A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9601453" y="4523578"/>
            <a:ext cx="1345644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9863637" y="4447873"/>
            <a:ext cx="381608" cy="146488"/>
          </a:xfrm>
          <a:prstGeom prst="rect">
            <a:avLst/>
          </a:prstGeom>
          <a:solidFill>
            <a:srgbClr val="7030A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10911563" y="1929279"/>
            <a:ext cx="264048" cy="264048"/>
          </a:xfrm>
          <a:prstGeom prst="ellipse">
            <a:avLst/>
          </a:prstGeom>
          <a:solidFill>
            <a:schemeClr val="accent4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0911563" y="2749452"/>
            <a:ext cx="264048" cy="264048"/>
          </a:xfrm>
          <a:prstGeom prst="ellipse">
            <a:avLst/>
          </a:prstGeom>
          <a:solidFill>
            <a:schemeClr val="accent4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10911563" y="3569625"/>
            <a:ext cx="264048" cy="264048"/>
          </a:xfrm>
          <a:prstGeom prst="ellipse">
            <a:avLst/>
          </a:prstGeom>
          <a:solidFill>
            <a:schemeClr val="accent4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0911563" y="4389798"/>
            <a:ext cx="264048" cy="264048"/>
          </a:xfrm>
          <a:prstGeom prst="ellipse">
            <a:avLst/>
          </a:prstGeom>
          <a:solidFill>
            <a:schemeClr val="accent4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873546" y="1881138"/>
            <a:ext cx="801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等线" panose="02010600030101010101" pitchFamily="2" charset="-122"/>
              </a:rPr>
              <a:t>TX1A</a:t>
            </a:r>
            <a:endParaRPr lang="zh-CN" altLang="en-US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873546" y="2691480"/>
            <a:ext cx="801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等线" panose="02010600030101010101" pitchFamily="2" charset="-122"/>
              </a:rPr>
              <a:t>RX1A</a:t>
            </a:r>
            <a:endParaRPr lang="zh-CN" altLang="en-US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873546" y="3501822"/>
            <a:ext cx="801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等线" panose="02010600030101010101" pitchFamily="2" charset="-122"/>
              </a:rPr>
              <a:t>RX2A</a:t>
            </a:r>
            <a:endParaRPr lang="zh-CN" altLang="en-US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73546" y="4312164"/>
            <a:ext cx="80161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等线" panose="02010600030101010101" pitchFamily="2" charset="-122"/>
              </a:rPr>
              <a:t>TX2A</a:t>
            </a:r>
            <a:endParaRPr lang="zh-CN" altLang="en-US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56" name="箭头: 左右 55"/>
          <p:cNvSpPr/>
          <p:nvPr/>
        </p:nvSpPr>
        <p:spPr>
          <a:xfrm>
            <a:off x="6527505" y="1929276"/>
            <a:ext cx="1803471" cy="369332"/>
          </a:xfrm>
          <a:prstGeom prst="leftRightArrow">
            <a:avLst/>
          </a:prstGeom>
          <a:solidFill>
            <a:srgbClr val="C2BCD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58" name="箭头: 左右 57"/>
          <p:cNvSpPr/>
          <p:nvPr/>
        </p:nvSpPr>
        <p:spPr>
          <a:xfrm>
            <a:off x="6527505" y="2862871"/>
            <a:ext cx="1803471" cy="369332"/>
          </a:xfrm>
          <a:prstGeom prst="leftRightArrow">
            <a:avLst/>
          </a:prstGeom>
          <a:solidFill>
            <a:srgbClr val="C2BCD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59" name="箭头: 左右 58"/>
          <p:cNvSpPr/>
          <p:nvPr/>
        </p:nvSpPr>
        <p:spPr>
          <a:xfrm>
            <a:off x="6527505" y="3796466"/>
            <a:ext cx="1803471" cy="369332"/>
          </a:xfrm>
          <a:prstGeom prst="leftRightArrow">
            <a:avLst/>
          </a:prstGeom>
          <a:solidFill>
            <a:srgbClr val="C2BCD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993409" y="1740229"/>
            <a:ext cx="8439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</a:rPr>
              <a:t>LVDS</a:t>
            </a:r>
            <a:endParaRPr lang="zh-CN" altLang="en-US" sz="1400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993409" y="2682362"/>
            <a:ext cx="8439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</a:rPr>
              <a:t>SPI</a:t>
            </a:r>
            <a:endParaRPr lang="zh-CN" altLang="en-US" sz="1400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5635" y="3624494"/>
            <a:ext cx="172394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等线" panose="02010600030101010101" pitchFamily="2" charset="-122"/>
              </a:rPr>
              <a:t>CTRL IN/OUT</a:t>
            </a:r>
            <a:endParaRPr lang="zh-CN" altLang="en-US" sz="1400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cxnSp>
        <p:nvCxnSpPr>
          <p:cNvPr id="64" name="连接符: 肘形 63"/>
          <p:cNvCxnSpPr/>
          <p:nvPr/>
        </p:nvCxnSpPr>
        <p:spPr>
          <a:xfrm rot="5400000" flipH="1" flipV="1">
            <a:off x="7698865" y="4259230"/>
            <a:ext cx="380920" cy="898035"/>
          </a:xfrm>
          <a:prstGeom prst="bentConnector2">
            <a:avLst/>
          </a:prstGeom>
          <a:ln w="19050">
            <a:solidFill>
              <a:srgbClr val="C2B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箭头: 上下 80"/>
          <p:cNvSpPr/>
          <p:nvPr/>
        </p:nvSpPr>
        <p:spPr>
          <a:xfrm>
            <a:off x="5354398" y="5067761"/>
            <a:ext cx="370800" cy="763276"/>
          </a:xfrm>
          <a:prstGeom prst="upDownArrow">
            <a:avLst/>
          </a:prstGeom>
          <a:solidFill>
            <a:srgbClr val="C2BCDE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>
            <a:off x="3325861" y="2742892"/>
            <a:ext cx="684000" cy="0"/>
          </a:xfrm>
          <a:prstGeom prst="straightConnector1">
            <a:avLst/>
          </a:prstGeom>
          <a:ln w="19050">
            <a:solidFill>
              <a:srgbClr val="C2BCD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>
            <a:off x="3325861" y="3820487"/>
            <a:ext cx="684000" cy="0"/>
          </a:xfrm>
          <a:prstGeom prst="straightConnector1">
            <a:avLst/>
          </a:prstGeom>
          <a:ln w="19050">
            <a:solidFill>
              <a:srgbClr val="C2BCD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H="1">
            <a:off x="3325861" y="1662837"/>
            <a:ext cx="684000" cy="2460"/>
          </a:xfrm>
          <a:prstGeom prst="straightConnector1">
            <a:avLst/>
          </a:prstGeom>
          <a:ln w="19050">
            <a:solidFill>
              <a:srgbClr val="C2B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: 圆角 110"/>
          <p:cNvSpPr/>
          <p:nvPr/>
        </p:nvSpPr>
        <p:spPr>
          <a:xfrm>
            <a:off x="1731263" y="4709712"/>
            <a:ext cx="1603968" cy="359410"/>
          </a:xfrm>
          <a:prstGeom prst="roundRect">
            <a:avLst/>
          </a:prstGeom>
          <a:solidFill>
            <a:srgbClr val="ADD2E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UART+JTAG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3325861" y="4898082"/>
            <a:ext cx="684000" cy="0"/>
          </a:xfrm>
          <a:prstGeom prst="straightConnector1">
            <a:avLst/>
          </a:prstGeom>
          <a:ln w="19050">
            <a:solidFill>
              <a:srgbClr val="C2BCD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9785757" y="1709060"/>
            <a:ext cx="550864" cy="302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巴伦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11065067" y="1915030"/>
            <a:ext cx="801610" cy="3022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TX1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30" name="矩形: 圆角 129"/>
          <p:cNvSpPr/>
          <p:nvPr/>
        </p:nvSpPr>
        <p:spPr>
          <a:xfrm>
            <a:off x="11065067" y="2725372"/>
            <a:ext cx="801610" cy="3022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RX1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31" name="矩形: 圆角 130"/>
          <p:cNvSpPr/>
          <p:nvPr/>
        </p:nvSpPr>
        <p:spPr>
          <a:xfrm>
            <a:off x="11065067" y="3535714"/>
            <a:ext cx="801610" cy="3022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RX2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32" name="矩形: 圆角 131"/>
          <p:cNvSpPr/>
          <p:nvPr/>
        </p:nvSpPr>
        <p:spPr>
          <a:xfrm>
            <a:off x="11065067" y="4346056"/>
            <a:ext cx="801610" cy="3022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TX2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7337690" y="4245500"/>
            <a:ext cx="1061298" cy="302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REF_CLK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9785757" y="4161025"/>
            <a:ext cx="550864" cy="302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巴伦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9785757" y="3343704"/>
            <a:ext cx="550864" cy="302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巴伦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9785757" y="2526382"/>
            <a:ext cx="550864" cy="302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巴伦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830695" y="4898390"/>
            <a:ext cx="1273810" cy="360045"/>
          </a:xfrm>
          <a:prstGeom prst="roundRect">
            <a:avLst/>
          </a:prstGeom>
          <a:solidFill>
            <a:srgbClr val="9ABF8B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TCXO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90" name="矩形: 圆角 189"/>
          <p:cNvSpPr/>
          <p:nvPr/>
        </p:nvSpPr>
        <p:spPr>
          <a:xfrm>
            <a:off x="268605" y="4692650"/>
            <a:ext cx="1097280" cy="360045"/>
          </a:xfrm>
          <a:prstGeom prst="roundRect">
            <a:avLst/>
          </a:prstGeom>
          <a:solidFill>
            <a:srgbClr val="FFC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MX1.25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2" name="直接箭头连接符 191"/>
          <p:cNvCxnSpPr/>
          <p:nvPr/>
        </p:nvCxnSpPr>
        <p:spPr>
          <a:xfrm>
            <a:off x="1365981" y="4898707"/>
            <a:ext cx="360000" cy="0"/>
          </a:xfrm>
          <a:prstGeom prst="straightConnector1">
            <a:avLst/>
          </a:prstGeom>
          <a:ln w="19050">
            <a:solidFill>
              <a:srgbClr val="C2BCD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46399" y="266400"/>
            <a:ext cx="53081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7010-AD9363-MINI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 size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336572" y="1582185"/>
            <a:ext cx="4780280" cy="12065"/>
          </a:xfrm>
          <a:prstGeom prst="straightConnector1">
            <a:avLst/>
          </a:prstGeom>
          <a:ln w="28575">
            <a:solidFill>
              <a:srgbClr val="F2A32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336572" y="1460500"/>
            <a:ext cx="0" cy="267500"/>
          </a:xfrm>
          <a:prstGeom prst="line">
            <a:avLst/>
          </a:prstGeom>
          <a:ln w="28575">
            <a:solidFill>
              <a:srgbClr val="F2A32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162042" y="1452245"/>
            <a:ext cx="0" cy="275900"/>
          </a:xfrm>
          <a:prstGeom prst="line">
            <a:avLst/>
          </a:prstGeom>
          <a:ln w="28575">
            <a:solidFill>
              <a:srgbClr val="F2A32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504253" y="1224918"/>
            <a:ext cx="928953" cy="383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900" b="1" dirty="0">
                <a:solidFill>
                  <a:srgbClr val="F2A32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50mm</a:t>
            </a:r>
            <a:endParaRPr lang="zh-CN" altLang="en-US" sz="1900" b="1" dirty="0">
              <a:solidFill>
                <a:srgbClr val="F2A327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677232" y="1833885"/>
            <a:ext cx="266700" cy="0"/>
          </a:xfrm>
          <a:prstGeom prst="line">
            <a:avLst/>
          </a:prstGeom>
          <a:ln w="28575">
            <a:solidFill>
              <a:srgbClr val="F2A32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77232" y="5325115"/>
            <a:ext cx="266700" cy="0"/>
          </a:xfrm>
          <a:prstGeom prst="line">
            <a:avLst/>
          </a:prstGeom>
          <a:ln w="28575">
            <a:solidFill>
              <a:srgbClr val="F2A32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816297" y="1832615"/>
            <a:ext cx="0" cy="3475355"/>
          </a:xfrm>
          <a:prstGeom prst="straightConnector1">
            <a:avLst/>
          </a:prstGeom>
          <a:ln w="28575">
            <a:solidFill>
              <a:srgbClr val="F2A32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 rot="16200000">
            <a:off x="144517" y="3353075"/>
            <a:ext cx="928953" cy="383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900" b="1" dirty="0">
                <a:solidFill>
                  <a:srgbClr val="F2A32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35mm</a:t>
            </a:r>
            <a:endParaRPr lang="zh-CN" altLang="en-US" sz="1900" b="1" dirty="0">
              <a:solidFill>
                <a:srgbClr val="F2A327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675" y="1833880"/>
            <a:ext cx="4825365" cy="3491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WPS 演示</Application>
  <PresentationFormat>宽屏</PresentationFormat>
  <Paragraphs>116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等线</vt:lpstr>
      <vt:lpstr>Arial Unicode MS</vt:lpstr>
      <vt:lpstr>微软雅黑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西凯 张</dc:creator>
  <cp:lastModifiedBy>开源SDR实验室</cp:lastModifiedBy>
  <cp:revision>240</cp:revision>
  <dcterms:created xsi:type="dcterms:W3CDTF">2025-02-12T11:58:00Z</dcterms:created>
  <dcterms:modified xsi:type="dcterms:W3CDTF">2026-05-11T15:02:09Z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7094BD1DCCDB47DBB906E302C9EFB2C4_12</vt:lpwstr>
  </property>
  <property fmtid="{D5CDD505-2E9C-101B-9397-08002B2CF9AE}" pid="3" name="KSOProductBuildVer">
    <vt:lpwstr>2052-12.1.0.26375</vt:lpwstr>
  </property>
</Properties>
</file>